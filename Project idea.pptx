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0" r:id="rId2"/>
    <p:sldId id="256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177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67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79DE7E00-EB65-C1F0-2F6A-12268B5E75FA}"/>
              </a:ext>
            </a:extLst>
          </p:cNvPr>
          <p:cNvSpPr/>
          <p:nvPr/>
        </p:nvSpPr>
        <p:spPr>
          <a:xfrm>
            <a:off x="-411480" y="0"/>
            <a:ext cx="411480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B69BEFB-FEEE-F3A6-091C-AB94EAB086D9}"/>
              </a:ext>
            </a:extLst>
          </p:cNvPr>
          <p:cNvSpPr/>
          <p:nvPr/>
        </p:nvSpPr>
        <p:spPr>
          <a:xfrm>
            <a:off x="41148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CrimeDataBD</a:t>
            </a:r>
            <a:endParaRPr lang="en-US" sz="46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0B14799-3DCE-2017-B84D-16348624C011}"/>
              </a:ext>
            </a:extLst>
          </p:cNvPr>
          <p:cNvSpPr/>
          <p:nvPr/>
        </p:nvSpPr>
        <p:spPr>
          <a:xfrm>
            <a:off x="411480" y="1965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Crime Type in Bangladesh using Machine Learning</a:t>
            </a:r>
            <a:endParaRPr lang="en-US" sz="24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520EC87C-AF66-3FA4-1637-2027CFEB219B}"/>
              </a:ext>
            </a:extLst>
          </p:cNvPr>
          <p:cNvSpPr/>
          <p:nvPr/>
        </p:nvSpPr>
        <p:spPr>
          <a:xfrm>
            <a:off x="264733" y="2900516"/>
            <a:ext cx="8614533" cy="219259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DB25508-F43F-32C8-B9AF-412277647F2B}"/>
              </a:ext>
            </a:extLst>
          </p:cNvPr>
          <p:cNvSpPr/>
          <p:nvPr/>
        </p:nvSpPr>
        <p:spPr>
          <a:xfrm>
            <a:off x="411480" y="298409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Machine Learning(CSE-445)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Ananto Shariar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2211431042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Pranesh Majumder Tirtha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2222899042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3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00763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468C"/>
                </a:solidFill>
              </a:rPr>
              <a:t>Project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4285A"/>
                </a:solidFill>
              </a:defRPr>
            </a:pPr>
            <a:r>
              <a:t>Problem: Predict crime type in Bangladesh (6 classes) from incident context.</a:t>
            </a:r>
          </a:p>
          <a:p>
            <a:pPr>
              <a:defRPr sz="2200">
                <a:solidFill>
                  <a:srgbClr val="14285A"/>
                </a:solidFill>
              </a:defRPr>
            </a:pPr>
            <a:r>
              <a:t>Why it matters: Better planning, public awareness, and smarter resource allocation.</a:t>
            </a:r>
          </a:p>
          <a:p>
            <a:pPr>
              <a:defRPr sz="2200">
                <a:solidFill>
                  <a:srgbClr val="14285A"/>
                </a:solidFill>
              </a:defRPr>
            </a:pPr>
            <a:r>
              <a:t>Dataset (Mendeley): 6,574 rows, 38 features; target = crime (6 classes).</a:t>
            </a:r>
          </a:p>
          <a:p>
            <a:pPr>
              <a:defRPr sz="2200">
                <a:solidFill>
                  <a:srgbClr val="14285A"/>
                </a:solidFill>
              </a:defRPr>
            </a:pPr>
            <a:r>
              <a:t>Quality: No missing values; remove 'Unnamed: 0' (index-like column).</a:t>
            </a:r>
          </a:p>
          <a:p>
            <a:pPr>
              <a:defRPr sz="2200">
                <a:solidFill>
                  <a:srgbClr val="14285A"/>
                </a:solidFill>
              </a:defRPr>
            </a:pPr>
            <a:r>
              <a:t>Class counts: murder 1518, bodyfound 1517, rape 1193, assault 1097, kidnap 651, robbery 598.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468C"/>
                </a:solidFill>
              </a:rP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4285A"/>
                </a:solidFill>
              </a:defRPr>
            </a:pPr>
            <a:r>
              <a:t>Pipeline: Load CSV → Clean → EDA → Encode categorical → Train/Test split → Train models → Evaluate → Best model</a:t>
            </a:r>
          </a:p>
          <a:p>
            <a:pPr>
              <a:defRPr sz="2100">
                <a:solidFill>
                  <a:srgbClr val="14285A"/>
                </a:solidFill>
              </a:defRPr>
            </a:pPr>
            <a:r>
              <a:t>Preprocessing: drop 'Unnamed: 0'; one-hot encode categorical columns; scale numeric if needed.</a:t>
            </a:r>
          </a:p>
          <a:p>
            <a:pPr>
              <a:defRPr sz="2100">
                <a:solidFill>
                  <a:srgbClr val="14285A"/>
                </a:solidFill>
              </a:defRPr>
            </a:pPr>
            <a:r>
              <a:t>Models (inside approach):</a:t>
            </a:r>
          </a:p>
          <a:p>
            <a:pPr lvl="1">
              <a:defRPr sz="1900">
                <a:solidFill>
                  <a:srgbClr val="14285A"/>
                </a:solidFill>
              </a:defRPr>
            </a:pPr>
            <a:r>
              <a:t>Logistic Regression (baseline)</a:t>
            </a:r>
          </a:p>
          <a:p>
            <a:pPr lvl="1">
              <a:defRPr sz="1900">
                <a:solidFill>
                  <a:srgbClr val="14285A"/>
                </a:solidFill>
              </a:defRPr>
            </a:pPr>
            <a:r>
              <a:t>Random Forest (stronger, handles non-linear patterns)</a:t>
            </a:r>
          </a:p>
          <a:p>
            <a:pPr lvl="1">
              <a:defRPr sz="1900">
                <a:solidFill>
                  <a:srgbClr val="14285A"/>
                </a:solidFill>
              </a:defRPr>
            </a:pPr>
            <a:r>
              <a:t>Gradient Boosting (optional improvement)</a:t>
            </a:r>
          </a:p>
          <a:p>
            <a:pPr>
              <a:defRPr sz="2100">
                <a:solidFill>
                  <a:srgbClr val="14285A"/>
                </a:solidFill>
              </a:defRPr>
            </a:pPr>
            <a:r>
              <a:t>Key goal: compare models and select the best-performing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254596" y="4937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rPr dirty="0">
                <a:solidFill>
                  <a:srgbClr val="00468C"/>
                </a:solidFill>
              </a:rPr>
              <a:t>Load → Clean → EDA → Encode → Split → Train → Evaluate → Best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468C"/>
                </a:solidFill>
              </a:rPr>
              <a:t>E</a:t>
            </a:r>
            <a:r>
              <a:rPr sz="3600" b="1" dirty="0">
                <a:solidFill>
                  <a:srgbClr val="00468C"/>
                </a:solidFill>
              </a:rPr>
              <a:t>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4285A"/>
                </a:solidFill>
              </a:defRPr>
            </a:pPr>
            <a:r>
              <a:t>Split: Stratified train/test split to preserve class proportions.</a:t>
            </a:r>
          </a:p>
          <a:p>
            <a:pPr>
              <a:defRPr sz="2100">
                <a:solidFill>
                  <a:srgbClr val="14285A"/>
                </a:solidFill>
              </a:defRPr>
            </a:pPr>
            <a:r>
              <a:t>Metrics: Accuracy + Macro F1-score (important due to class imbalance).</a:t>
            </a:r>
          </a:p>
          <a:p>
            <a:pPr>
              <a:defRPr sz="2100">
                <a:solidFill>
                  <a:srgbClr val="14285A"/>
                </a:solidFill>
              </a:defRPr>
            </a:pPr>
            <a:r>
              <a:t>Diagnostics: Confusion matrix to analyze class-wise errors.</a:t>
            </a:r>
          </a:p>
          <a:p>
            <a:pPr>
              <a:defRPr sz="2100">
                <a:solidFill>
                  <a:srgbClr val="14285A"/>
                </a:solidFill>
              </a:defRPr>
            </a:pPr>
            <a:r>
              <a:t>Optional: 5-fold cross validation for stable average performance.</a:t>
            </a:r>
          </a:p>
          <a:p>
            <a:pPr>
              <a:defRPr sz="2100">
                <a:solidFill>
                  <a:srgbClr val="14285A"/>
                </a:solidFill>
              </a:defRPr>
            </a:pPr>
            <a:r>
              <a:t>Results table (fill after running): Model | Accuracy | Macro F1</a:t>
            </a:r>
          </a:p>
          <a:p>
            <a:pPr>
              <a:defRPr sz="2100">
                <a:solidFill>
                  <a:srgbClr val="14285A"/>
                </a:solidFill>
              </a:defRPr>
            </a:pPr>
            <a:r>
              <a:t>Confusion matrix placeholder: add after training.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973238"/>
              </p:ext>
            </p:extLst>
          </p:nvPr>
        </p:nvGraphicFramePr>
        <p:xfrm>
          <a:off x="216310" y="4284037"/>
          <a:ext cx="8544232" cy="1261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9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7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7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085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Macro 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Gradient Boosting (optional)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dirty="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468C"/>
                </a:solidFill>
              </a:rP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4285A"/>
                </a:solidFill>
              </a:defRPr>
            </a:pPr>
            <a:r>
              <a:rPr dirty="0"/>
              <a:t>Code/Notebook: data loading, preprocessing, training, evaluation (reproducible).</a:t>
            </a:r>
          </a:p>
          <a:p>
            <a:pPr>
              <a:defRPr sz="2200">
                <a:solidFill>
                  <a:srgbClr val="14285A"/>
                </a:solidFill>
              </a:defRPr>
            </a:pPr>
            <a:r>
              <a:rPr dirty="0"/>
              <a:t>Report: dataset summary + EDA charts + model comparison + conclusions.</a:t>
            </a:r>
          </a:p>
          <a:p>
            <a:pPr>
              <a:defRPr sz="2200">
                <a:solidFill>
                  <a:srgbClr val="14285A"/>
                </a:solidFill>
              </a:defRPr>
            </a:pPr>
            <a:r>
              <a:rPr dirty="0"/>
              <a:t>Slides: 4 slides (Idea, Approach, Evaluation, Deliverables) aligned with outline.</a:t>
            </a:r>
          </a:p>
          <a:p>
            <a:pPr>
              <a:defRPr sz="2200">
                <a:solidFill>
                  <a:srgbClr val="14285A"/>
                </a:solidFill>
              </a:defRPr>
            </a:pPr>
            <a:r>
              <a:rPr dirty="0"/>
              <a:t>Demo: simple input example → predicted crime type.</a:t>
            </a:r>
          </a:p>
          <a:p>
            <a:pPr>
              <a:defRPr sz="2200">
                <a:solidFill>
                  <a:srgbClr val="14285A"/>
                </a:solidFill>
              </a:defRPr>
            </a:pPr>
            <a:r>
              <a:rPr dirty="0"/>
              <a:t>Future work: tuning, imbalance handling, improved features / more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372</Words>
  <Application>Microsoft Office PowerPoint</Application>
  <PresentationFormat>On-screen Show (4:3)</PresentationFormat>
  <Paragraphs>48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Project Idea</vt:lpstr>
      <vt:lpstr>Approach</vt:lpstr>
      <vt:lpstr>Evaluation</vt:lpstr>
      <vt:lpstr>Deliverables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ANANTO SHARIAR</cp:lastModifiedBy>
  <cp:revision>7</cp:revision>
  <dcterms:created xsi:type="dcterms:W3CDTF">2013-01-27T09:14:16Z</dcterms:created>
  <dcterms:modified xsi:type="dcterms:W3CDTF">2026-02-11T12:58:27Z</dcterms:modified>
  <cp:category/>
</cp:coreProperties>
</file>